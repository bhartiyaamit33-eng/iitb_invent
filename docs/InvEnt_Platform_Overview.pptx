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Inv.ent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4F0FF"/>
                </a:solidFill>
                <a:latin typeface="Calibri"/>
              </a:rPr>
              <a:t>Innovation &amp; Entrepreneurship at DSSE, IIT Bombay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Platform overview · Features · Purpose</a:t>
            </a:r>
          </a:p>
          <a:p>
            <a:r>
              <a:rPr sz="1600" b="0">
                <a:solidFill>
                  <a:srgbClr val="9ED4DC"/>
                </a:solidFill>
                <a:latin typeface="Calibri"/>
              </a:rPr>
              <a:t>DSSE Day · 31 January annually · iitbinvent.com</a:t>
            </a:r>
          </a:p>
          <a:p>
            <a:r>
              <a:rPr sz="1400" b="0">
                <a:solidFill>
                  <a:srgbClr val="7AB0B8"/>
                </a:solidFill>
                <a:latin typeface="Calibri"/>
              </a:rPr>
              <a:t>Organiser briefing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Purpose of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Inv.ent is the public face of DSSE Day — IIT Bombay’s entrepreneurship foundation day (31 January).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Not a one-off microsite: a multi-year platform where editions, profiles, and networks carry forward.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Bridge research and venture practice: speakers, posters, pitches, and year-round connections.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Give attendees identity (profiles, badges, QR) so hallway conversations become lasting intros.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Give organisers a real ops stack: programme CMS, RSVP/waitlist, check-in, directories, email.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Live site: https://iitbinvent.com — AWS origin kept cost-optimised (t3a.small + Elastic 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Who it serves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5F6E"/>
                </a:solidFill>
                <a:latin typeface="Calibri"/>
              </a:rPr>
              <a:t>Attendees &amp;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Student &amp; faculty founders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Researchers stuck at lab-to-market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Alumni mentors &amp; operators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Investors and partners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Anyone building something India needs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5F6E"/>
                </a:solidFill>
                <a:latin typeface="Calibri"/>
              </a:rPr>
              <a:t>Organisers &amp;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DSSE organisers &amp; volunteers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Session hosts needing RSVP capacity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Gate / check-in team on event day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Admins editing programme &amp; copy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Campus partners (E-Cell, SINE)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Hosting (cost-aware)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Next.js 15 + Postgres (Docker) on one EC2 t3a.small (AMD — cheaper than Intel class).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Elastic IP keeps origin stable; no upsizing unless OOM returns (t3.micro already failed once).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Cloudflare for HTTPS/DNS; S3 only for photos/logos; SES for transactional email.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No unnecessary Cache Reserve / paid CF add-ons — purge + correct DNS/Worker config instead.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Public 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Brand-first hero (Inv.ent) with countdown to 31 Jan 2027 09:00–19:30 IST (LIVE / ENDED).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Nav: About · The Day · Startups → /ventures · Programme · People · Queries · Login.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Startup directory section on the page (replaces old RFS-only mailto block).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Venue: DSSE Building, IIT Bombay Powai · Partners: E-Cell, SINE.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Accounts &amp;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Email/password signup &amp; login for attendees.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Google OAuth with Google logo on the button.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Session-aware landing: logged-in users see name / dashboard CTAs instead of endless signup prompts.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Admin only at /admin (not public nav).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Profiles: persona, headline, org, bio, LinkedIn, interests, directory opt-in; self-delete account.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Programme &amp; RSVP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/programme — published sessions with IST times, rooms, formats, speakers.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Session pages with speaker bios; RSVP / waitlist for capped rooms.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Admin edits sessions, tracks, speakers; publish controls.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Live “now” strip / lobby when edition is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People directory &amp;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Attendee directory for opted-in profiles (search / persona filters).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LinkedIn connect notes and soft intro-request emails.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Bio with Show bio / Hide bio expand on cards and badge pages.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Purpose: help others know who you are when they meet you or scan your QR.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Startup / project / idea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Public /ventures — filter All · Startups · Projects · Ideas.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Users manage listings at /dashboard/ventures.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Logo upload or initials from the venture name.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Read about it: description + in-site Open Graph link preview before leaving the site.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Open website only when the visitor chooses.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Badges, QR &amp; 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Badge page /t/{token} with profile snapshot + QR.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QR points at https://iitbinvent.com/t/... (not old EC2 IPs).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Gate check-in accepts URL or token; camera is opt-in.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Admin 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Users: export CSV, import CSV, delete users.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Programme, speakers (photo upload), pages, FAQs, stats, editions.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06262F"/>
                </a:solidFill>
                <a:latin typeface="Calibri"/>
              </a:rPr>
              <a:t>•  Check-in console for event 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Event-day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5F6E"/>
                </a:solidFill>
                <a:latin typeface="Calibri"/>
              </a:rPr>
              <a:t>On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Doors ~09:00 IST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Badge + QR check-in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Speakers &amp; research (AM)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Pitches &amp; ventures (PM)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Close ~19:30 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5F6E"/>
                </a:solidFill>
                <a:latin typeface="Calibri"/>
              </a:rPr>
              <a:t>On 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/programme schedule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/now when LIVE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People directory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/ventures startups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support@iitbinvent.com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Shipped vs 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5F6E"/>
                </a:solidFill>
                <a:latin typeface="Calibri"/>
              </a:rPr>
              <a:t>Shipped (M1)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Multi-year editions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Auth + Google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Programme + RSVP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People + ventures dirs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Badges / QR / check-in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Admin + SES/S3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3949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0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5F6E"/>
                </a:solidFill>
                <a:latin typeface="Calibri"/>
              </a:rPr>
              <a:t>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LinkedIn OAuth (deferred)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SES out of sandbox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CF edge polish if needed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Venture moderation extras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6262F"/>
                </a:solidFill>
                <a:latin typeface="Calibri"/>
              </a:rPr>
              <a:t>•  Optional M2 landing polish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4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Inv.ent</a:t>
            </a:r>
          </a:p>
          <a:p>
            <a:r>
              <a:rPr sz="2000" b="0">
                <a:solidFill>
                  <a:srgbClr val="C4F0FF"/>
                </a:solidFill>
                <a:latin typeface="Calibri"/>
              </a:rPr>
              <a:t>Where entrepreneurship research meets venture practice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https://iitbinvent.com  ·  DSSE · IIT Bombay</a:t>
            </a:r>
          </a:p>
          <a:p>
            <a:r>
              <a:rPr sz="1400" b="0">
                <a:solidFill>
                  <a:srgbClr val="9ED4DC"/>
                </a:solidFill>
                <a:latin typeface="Calibri"/>
              </a:rPr>
              <a:t>Queries: support@iitbinvent.com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